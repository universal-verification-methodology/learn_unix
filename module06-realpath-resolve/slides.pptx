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Relative paths and symlinks are handy—until a script needs one clear absolute location. realpath and readlink help you resolve a path to a canonical form: no dots, no parent hops left in the string, and symlinks followed to the real file. This module shows when the stored link string is enough and when you need the full resolve.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readlink on a symlink prints the stored target string—often a short relative path. realpath (and readlink with a force-style flag on Linux) cleans dots and parent segments and follows links until you get one absolute path. That difference matters in build scripts: you may store a relative link for portability, then resolve it when you need the real file on disk.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Compare readlink on a project link—you see the short stored target—with realpath on the same name—you see the canonical absolute path. Try a chain of links if the lab offers one. Orient yourself with the side-by-side results,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realpath example folder. Print the working directory, then ask realpath for the current directory and for the sample file—both become absolute. List the symlink that points at the file. Use readlink to see the short stored target, then realpath and readlink with the force flag so you see the same canonical file path. You will reuse this when scripts need “where am I really?”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broken link still has a stored string—readlink can print it—but realpath typically fails because the final file is missing. Do not assume every system has the same readlink flags; realpath from coreutils is often the clearer choice in scripts. And remember: the browser lab shows the idea; real projects still resolve paths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compare readlink’s stored target with realpath’s canonical path. When you are ready, take the short quiz, then continue to permissions, umask, and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realpath / readlink</a:t>
            </a:r>
          </a:p>
          <a:p>
            <a:pPr algn="ctr">
              <a:lnSpc>
                <a:spcPts val="2200"/>
              </a:lnSpc>
              <a:spcBef>
                <a:spcPts val="1400"/>
              </a:spcBef>
            </a:pPr>
            <a:r>
              <a:rPr sz="2600" b="0">
                <a:solidFill>
                  <a:srgbClr val="333333"/>
                </a:solidFill>
                <a:latin typeface="Calibri"/>
              </a:rPr>
              <a:t>Relative paths and symlinks are handy, until a script needs one clear absolute location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Stored target vs canonical path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Readlink on a symlink prints the stored target string, often a short relative path</a:t>
            </a:r>
          </a:p>
          <a:p>
            <a:pPr lvl="0" marL="457200" indent="-228600">
              <a:buFont typeface="Calibri"/>
              <a:spcAft>
                <a:spcPts val="1000"/>
              </a:spcAft>
              <a:buSzPct val="100000"/>
              <a:buChar char="•"/>
              <a:lnSpc>
                <a:spcPts val="2200"/>
              </a:lnSpc>
            </a:pPr>
            <a:r>
              <a:rPr sz="2000" b="0">
                <a:solidFill>
                  <a:srgbClr val="333333"/>
                </a:solidFill>
                <a:latin typeface="Calibri"/>
              </a:rPr>
              <a:t>Realpath (and readlink with a force-style flag on Linux) cleans dots and parent segments</a:t>
            </a:r>
          </a:p>
          <a:p>
            <a:pPr lvl="0" marL="457200" indent="-228600">
              <a:buFont typeface="Calibri"/>
              <a:spcAft>
                <a:spcPts val="1000"/>
              </a:spcAft>
              <a:buSzPct val="100000"/>
              <a:buChar char="•"/>
              <a:lnSpc>
                <a:spcPts val="2200"/>
              </a:lnSpc>
            </a:pPr>
            <a:r>
              <a:rPr sz="2000" b="0">
                <a:solidFill>
                  <a:srgbClr val="333333"/>
                </a:solidFill>
                <a:latin typeface="Calibri"/>
              </a:rPr>
              <a:t>That difference matters in build scripts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realpath resolve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848206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realpath and readlink</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where you are before resolving</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realpath . — absolute canonical path of the current directory</a:t>
            </a:r>
          </a:p>
          <a:p>
            <a:pPr>
              <a:lnSpc>
                <a:spcPts val="2200"/>
              </a:lnSpc>
              <a:spcAft>
                <a:spcPts val="600"/>
              </a:spcAft>
            </a:pPr>
            <a:r>
              <a:rPr sz="2000" b="0">
                <a:solidFill>
                  <a:srgbClr val="333333"/>
                </a:solidFill>
                <a:latin typeface="Consolas"/>
              </a:rPr>
              <a:t>realpath .</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realpath a_file.txt — absolute path of the sample file</a:t>
            </a:r>
          </a:p>
          <a:p>
            <a:pPr>
              <a:lnSpc>
                <a:spcPts val="2200"/>
              </a:lnSpc>
              <a:spcAft>
                <a:spcPts val="600"/>
              </a:spcAft>
            </a:pPr>
            <a:r>
              <a:rPr sz="2000" b="0">
                <a:solidFill>
                  <a:srgbClr val="333333"/>
                </a:solidFill>
                <a:latin typeface="Consolas"/>
              </a:rPr>
              <a:t>realpath a_file.txt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 link_to_file — see the symlink arrow to the file</a:t>
            </a:r>
          </a:p>
          <a:p>
            <a:pPr>
              <a:lnSpc>
                <a:spcPts val="2200"/>
              </a:lnSpc>
              <a:spcAft>
                <a:spcPts val="600"/>
              </a:spcAft>
            </a:pPr>
            <a:r>
              <a:rPr sz="2000" b="0">
                <a:solidFill>
                  <a:srgbClr val="333333"/>
                </a:solidFill>
                <a:latin typeface="Consolas"/>
              </a:rPr>
              <a:t>ls -l link_to_file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readlink link_to_file — stored target string (often relative)</a:t>
            </a:r>
          </a:p>
          <a:p>
            <a:pPr>
              <a:lnSpc>
                <a:spcPts val="2200"/>
              </a:lnSpc>
              <a:spcAft>
                <a:spcPts val="600"/>
              </a:spcAft>
            </a:pPr>
            <a:r>
              <a:rPr sz="2000" b="0">
                <a:solidFill>
                  <a:srgbClr val="333333"/>
                </a:solidFill>
                <a:latin typeface="Consolas"/>
              </a:rPr>
              <a:t>readlink link_to_file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realpath link_to_file — follow the link to a canonical absolute path</a:t>
            </a:r>
          </a:p>
          <a:p>
            <a:pPr>
              <a:lnSpc>
                <a:spcPts val="2200"/>
              </a:lnSpc>
              <a:spcAft>
                <a:spcPts val="600"/>
              </a:spcAft>
            </a:pPr>
            <a:r>
              <a:rPr sz="2000" b="0">
                <a:solidFill>
                  <a:srgbClr val="333333"/>
                </a:solidFill>
                <a:latin typeface="Consolas"/>
              </a:rPr>
              <a:t>realpath link_to_file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readlink -f link_to_file — Linux-style canonical path (same idea as</a:t>
            </a:r>
          </a:p>
          <a:p>
            <a:pPr>
              <a:lnSpc>
                <a:spcPts val="2200"/>
              </a:lnSpc>
              <a:spcAft>
                <a:spcPts val="600"/>
              </a:spcAft>
            </a:pPr>
            <a:r>
              <a:rPr sz="2000" b="0">
                <a:solidFill>
                  <a:srgbClr val="333333"/>
                </a:solidFill>
                <a:latin typeface="Consolas"/>
              </a:rPr>
              <a:t>realpath)</a:t>
            </a:r>
          </a:p>
          <a:p>
            <a:pPr>
              <a:lnSpc>
                <a:spcPts val="2200"/>
              </a:lnSpc>
              <a:spcAft>
                <a:spcPts val="600"/>
              </a:spcAft>
            </a:pPr>
            <a:r>
              <a:rPr sz="2000" b="0">
                <a:solidFill>
                  <a:srgbClr val="333333"/>
                </a:solidFill>
                <a:latin typeface="Consolas"/>
              </a:rPr>
              <a:t>readlink -f link_to_file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broken link still has a stored string</a:t>
            </a:r>
          </a:p>
          <a:p>
            <a:pPr lvl="0" marL="457200" indent="-228600">
              <a:buFont typeface="Calibri"/>
              <a:spcAft>
                <a:spcPts val="1000"/>
              </a:spcAft>
              <a:buSzPct val="100000"/>
              <a:buChar char="•"/>
              <a:lnSpc>
                <a:spcPts val="2200"/>
              </a:lnSpc>
            </a:pPr>
            <a:r>
              <a:rPr sz="2000" b="0">
                <a:solidFill>
                  <a:srgbClr val="333333"/>
                </a:solidFill>
                <a:latin typeface="Calibri"/>
              </a:rPr>
              <a:t>Do not assume every system has the same readlink flags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compare readlink’s stored target with realpath’s canonical path</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permissions, umask, and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realpath resolve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