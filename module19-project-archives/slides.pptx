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design project needs a clear tree—source, testbench, docs, scripts, and a build folder for generated noise. Archives should pack the useful files and skip build and logs. Sed does quick stream edits; diff shows what changed so you can review or make a patch. This module ties layout, search, and text tools together before the next module compares tar and zip in depth.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RTL under src, tests under tb, notes under docs, helpers under scripts, and generated output under build. Find locates files by name; recursive grep finds a signal across the tree. Sed substitutes on a stream—test without in-place first. Unified diff is the same shape as git diff and feeds patch. When you archive, ignore build and logs so the tarball stays small and shareable.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Find Verilog files, then pack with tar while respecting ignore rules so build and logs are skipped. Try a sed substitution and a diff between two modules. Orient yourself with the project tree, the archive buttons, and the sed-diff panel, then practice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the sample project and list its folders, then find every file in the tree. In the find-grep example, list Verilog files and search recursively for a clock signal name. In sed basics, substitute old with new globally on the sample text. Finish with a unified diff between original and modified. You will reuse this loop—navigate, search, edit, compare—on every chip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archive build and logs by default—they bloat shares and hide the real sources. Always dry-run sed without in-place before you rewrite a file. And remember: the browser lab shows the idea; lasting project hygiene still lives on a real filesystem.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the real shell, walk the sample project, practice find and grep, then sed and diff. When you are ready, take the short quiz, then continue to tar versus zip.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Project layout, archives, sed and diff</a:t>
            </a:r>
          </a:p>
          <a:p>
            <a:pPr algn="ctr">
              <a:lnSpc>
                <a:spcPts val="2200"/>
              </a:lnSpc>
              <a:spcBef>
                <a:spcPts val="1400"/>
              </a:spcBef>
            </a:pPr>
            <a:r>
              <a:rPr sz="2600" b="0">
                <a:solidFill>
                  <a:srgbClr val="333333"/>
                </a:solidFill>
                <a:latin typeface="Calibri"/>
              </a:rPr>
              <a:t>A design project needs a clear tree, source, testbench, docs, scripts, and a build folder for generated noise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project archives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Tree, search, edit, compare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Keep RTL under src, tests under tb, notes under docs, helpers under scripts</a:t>
            </a:r>
          </a:p>
          <a:p>
            <a:pPr lvl="0" marL="457200" indent="-228600">
              <a:buFont typeface="Calibri"/>
              <a:spcAft>
                <a:spcPts val="1000"/>
              </a:spcAft>
              <a:buSzPct val="100000"/>
              <a:buChar char="•"/>
              <a:lnSpc>
                <a:spcPts val="2200"/>
              </a:lnSpc>
            </a:pPr>
            <a:r>
              <a:rPr sz="2000" b="0">
                <a:solidFill>
                  <a:srgbClr val="333333"/>
                </a:solidFill>
                <a:latin typeface="Calibri"/>
              </a:rPr>
              <a:t>Find locates files by name; recursive grep finds a signal across the tree</a:t>
            </a:r>
          </a:p>
          <a:p>
            <a:pPr lvl="0" marL="457200" indent="-228600">
              <a:buFont typeface="Calibri"/>
              <a:spcAft>
                <a:spcPts val="1000"/>
              </a:spcAft>
              <a:buSzPct val="100000"/>
              <a:buChar char="•"/>
              <a:lnSpc>
                <a:spcPts val="2200"/>
              </a:lnSpc>
            </a:pPr>
            <a:r>
              <a:rPr sz="2000" b="0">
                <a:solidFill>
                  <a:srgbClr val="333333"/>
                </a:solidFill>
                <a:latin typeface="Calibri"/>
              </a:rPr>
              <a:t>Sed substitutes on a stream, test without in-place first</a:t>
            </a:r>
          </a:p>
          <a:p>
            <a:pPr lvl="0" marL="457200" indent="-228600">
              <a:buFont typeface="Calibri"/>
              <a:spcAft>
                <a:spcPts val="1000"/>
              </a:spcAft>
              <a:buSzPct val="100000"/>
              <a:buChar char="•"/>
              <a:lnSpc>
                <a:spcPts val="2200"/>
              </a:lnSpc>
            </a:pPr>
            <a:r>
              <a:rPr sz="2000" b="0">
                <a:solidFill>
                  <a:srgbClr val="333333"/>
                </a:solidFill>
                <a:latin typeface="Calibri"/>
              </a:rPr>
              <a:t>Unified diff is the same shape as git diff and feeds patch</a:t>
            </a:r>
          </a:p>
          <a:p>
            <a:pPr lvl="0" marL="457200" indent="-228600">
              <a:buFont typeface="Calibri"/>
              <a:spcAft>
                <a:spcPts val="1000"/>
              </a:spcAft>
              <a:buSzPct val="100000"/>
              <a:buChar char="•"/>
              <a:lnSpc>
                <a:spcPts val="2200"/>
              </a:lnSpc>
            </a:pPr>
            <a:r>
              <a:rPr sz="2000" b="0">
                <a:solidFill>
                  <a:srgbClr val="333333"/>
                </a:solidFill>
                <a:latin typeface="Calibri"/>
              </a:rPr>
              <a:t>When you archive, ignore build and logs so the tarball stays small and shareable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project archives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299703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Project archives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project archives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4347147"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layout find sed diff</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project archives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ls / find — inspect sample_project layout</a:t>
            </a:r>
          </a:p>
          <a:p>
            <a:pPr>
              <a:lnSpc>
                <a:spcPts val="2200"/>
              </a:lnSpc>
              <a:spcAft>
                <a:spcPts val="600"/>
              </a:spcAft>
            </a:pPr>
            <a:r>
              <a:rPr sz="2000" b="0">
                <a:solidFill>
                  <a:srgbClr val="333333"/>
                </a:solidFill>
                <a:latin typeface="Consolas"/>
              </a:rPr>
              <a:t>ls sample_project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find sample_project -type f</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find *.v — Verilog files under find_grep</a:t>
            </a:r>
          </a:p>
          <a:p>
            <a:pPr>
              <a:lnSpc>
                <a:spcPts val="2200"/>
              </a:lnSpc>
              <a:spcAft>
                <a:spcPts val="600"/>
              </a:spcAft>
            </a:pPr>
            <a:r>
              <a:rPr sz="2000" b="0">
                <a:solidFill>
                  <a:srgbClr val="333333"/>
                </a:solidFill>
                <a:latin typeface="Consolas"/>
              </a:rPr>
              <a:t>find ../find_grep -name '*.v'</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grep -Rn — recursive content search with line numbers (Verilog only</a:t>
            </a:r>
          </a:p>
          <a:p>
            <a:pPr>
              <a:lnSpc>
                <a:spcPts val="2200"/>
              </a:lnSpc>
              <a:spcAft>
                <a:spcPts val="600"/>
              </a:spcAft>
            </a:pPr>
            <a:r>
              <a:rPr sz="2000" b="0">
                <a:solidFill>
                  <a:srgbClr val="333333"/>
                </a:solidFill>
                <a:latin typeface="Consolas"/>
              </a:rPr>
              <a:t>here)</a:t>
            </a:r>
          </a:p>
          <a:p>
            <a:pPr>
              <a:lnSpc>
                <a:spcPts val="2200"/>
              </a:lnSpc>
              <a:spcAft>
                <a:spcPts val="600"/>
              </a:spcAft>
            </a:pPr>
            <a:r>
              <a:rPr sz="2000" b="0">
                <a:solidFill>
                  <a:srgbClr val="333333"/>
                </a:solidFill>
                <a:latin typeface="Consolas"/>
              </a:rPr>
              <a:t>grep -Rn CLOCK_SIGNAL ../find_grep --include='*.v'</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sed 's/old/new/g' — global substitute (stdout only; file unchanged)</a:t>
            </a:r>
          </a:p>
          <a:p>
            <a:pPr>
              <a:lnSpc>
                <a:spcPts val="2200"/>
              </a:lnSpc>
              <a:spcAft>
                <a:spcPts val="600"/>
              </a:spcAft>
            </a:pPr>
            <a:r>
              <a:rPr sz="2000" b="0">
                <a:solidFill>
                  <a:srgbClr val="333333"/>
                </a:solidFill>
                <a:latin typeface="Consolas"/>
              </a:rPr>
              <a:t>sed 's/old/new/g' ../sed_basics/sample.txt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diff -u — unified diff (patch-friendly)</a:t>
            </a:r>
          </a:p>
          <a:p>
            <a:pPr>
              <a:lnSpc>
                <a:spcPts val="2200"/>
              </a:lnSpc>
              <a:spcAft>
                <a:spcPts val="600"/>
              </a:spcAft>
            </a:pPr>
            <a:r>
              <a:rPr sz="2000" b="0">
                <a:solidFill>
                  <a:srgbClr val="333333"/>
                </a:solidFill>
                <a:latin typeface="Consolas"/>
              </a:rPr>
              <a:t>diff -u ../diff_patch/original.txt ../diff_patch/modified.txt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project archives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archive build and logs by default, they bloat shares and hide the real sources</a:t>
            </a:r>
          </a:p>
          <a:p>
            <a:pPr lvl="0" marL="457200" indent="-228600">
              <a:buFont typeface="Calibri"/>
              <a:spcAft>
                <a:spcPts val="1000"/>
              </a:spcAft>
              <a:buSzPct val="100000"/>
              <a:buChar char="•"/>
              <a:lnSpc>
                <a:spcPts val="2200"/>
              </a:lnSpc>
            </a:pPr>
            <a:r>
              <a:rPr sz="2000" b="0">
                <a:solidFill>
                  <a:srgbClr val="333333"/>
                </a:solidFill>
                <a:latin typeface="Calibri"/>
              </a:rPr>
              <a:t>Always dry-run sed without in-place before you rewrite a file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project archives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walk the sample project, practice find and grep, then sed and diff</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tar versus zip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project archives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