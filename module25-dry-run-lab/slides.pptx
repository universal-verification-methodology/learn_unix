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a clean deletes build junk, preview what would change. Dry-run—Make’s dash-n, script flags like dry-run, or echo-first—lets you read the list, then run live only when it looks right. This module builds that habit for Make, rm, and cleanup 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Prefer preview first: make dash-n clean, git clean with dry flags, or a script’s dry-run switch. Read every path on the list. Live run only after the list matches what you meant to remove. Echo-first is the same idea—print the command before you paste the real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load the starter example. You will see a chip tree with junk in build and logs, dry versus live buttons, and a preview list. Prefer dry-run, scan the targets, then try a live clean only when the list looks right. Orient yourself with the habit flow and the challenge strip, then practice on a real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Unix track, open this module’s dry-run example. Make the remove script executable and ask for help. Run dry-run first—it may report zero files. Create an intentionally old file, dry-run again to see would-remove lines, then run without the flag to delete for real and list the directory. You will reuse dry-run-first whenever a script deletes or overwrites.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run a live clean because dry-run felt slow. Do not ignore paths you do not recognize on the preview list. And remember: the browser lab trains the habit; lasting safety means dry-run on a real shell before deletes.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clear a few challenges after the starter. On the real shell, dry-run the remove script, then live-run only when the list looks right. When you are ready, take the short quiz, then continue to log and failure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Dry-run mindset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Before a clean deletes build junk, preview what would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dry run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Preview, read, then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Prefer preview first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Read every path on the list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Live run only after the list matches what you meant to remove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Echo-first is the same idea, print the command before you paste the real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dry run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2375694" cy="45719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Dry-run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dry run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shell practice</a:t>
            </a:r>
          </a:p>
        </p:txBody>
      </p:sp>
      <p:pic>
        <p:nvPicPr>
          <p:cNvPr id="3" name="Picture 2" descr="real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511507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Real shell — dry-run remove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dry run 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shell practice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pwd — print working directory (where am I?)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pwd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ls -la — list all entries, long format (what is here?)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ls -la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chmod u+x remove_old.sh — make the cleanup script executable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chmod u+x remove_old.sh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./remove_old.sh --help — show usage (dry-run flag)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./remove_old.sh --help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./remove_old.sh --dry-run — preview only; no deletes yet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./remove_old.sh --dry-run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touch -d 2020-01-01 old_file.txt — create a file older than 365 days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touch -d 2020-01-01 old_file.txt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ls -la old_file.txt — confirm the stamped file exists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ls -la old_file.txt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./remove_old.sh --dry-run — preview would-remove for the old file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dry run 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run a live clean because dry-run felt slow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ignore paths you do not recognize on the preview list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dry run lab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clear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the real shell, dry-run the remove script, then live-run only when the list looks right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log and failure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dry run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