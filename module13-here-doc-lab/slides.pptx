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Sometimes you need to feed a command several lines of input without creating a temp file. A here-document does that: you open with a delimiter, type the body, and close with the same word. A here-string is the one-line cousin—handy for a short phrase. This module makes both feel natural in scripts and one-off shell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Less-than less-than EOF starts a here-doc: everything until a line that is exactly EOF becomes the command’s standard input. Leave the delimiter unquoted if you want variables expanded; quote it if you want literal dollars. Three less-thans with a string is a here-string—one chunk of text as stdin. Prefer these over awkward echo pipes when the reader must run in the current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load the starter example. Run cat with a three-line here-doc and watch the body become stdin. Toggle the quoted delimiter so variables stay literal. Try a here-string preset. Orient yourself with the body editor and the contrast cards, try a few challenges, then practice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real Unix track, open this module’s here-doc example. Make the reader script executable. Feed cat a two-line here-doc so you see the body printed. Grep inside a here-doc for a matching word. Feed the reader script with a here-doc so it echoes each line. Finish with a here-string into grep—one short string as stdin. You will reuse this when scripts need inline config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closing delimiter must be alone on its line—no spaces—or the here-doc never ends. Unquoted EOF expands variables; quoted EOF does not—pick deliberately. And remember: the browser lab shows the idea; real scripts still use here-docs on a real shell.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the checklist for at least one track—preferably both. In the browser, finish a few challenges after the starter. On the real shell, practice a here-doc into cat and the reader script, plus a here-string. When you are ready, take the short quiz, then continue to shell history and reverse-search.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Here-doc / here-string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Sometimes you need to feed a command several lines of input without creating a temp 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here doc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Multi-line stdin vs one string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Less-than less-than EOF starts a here-doc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Leave the delimiter unquoted if you want variables expanded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Three less-thans with a string is a here-string, one chunk of text as stdin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Prefer these over awkward echo pipes when the reader must run in the current shell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here doc 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Here-doc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here doc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</a:t>
            </a:r>
          </a:p>
        </p:txBody>
      </p:sp>
      <p:pic>
        <p:nvPicPr>
          <p:cNvPr id="3" name="Picture 2" descr="real-she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98449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Real shell — here-doc and here-string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here doc 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Real shell practice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chmod u+x read_stdin.sh — make the stdin reader executable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chmod u+x read_stdin.sh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cat &lt;&lt;EOF … EOF — here-doc: multi-line body becomes cat’s stdin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cat &lt;&lt;EOF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line one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line two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EOF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grep two &lt;&lt;EOF … EOF — search inside a here-doc body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grep two &lt;&lt;EOF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one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two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three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/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EOF</a:t>
            </a:r>
          </a:p>
          <a:p>
            <a:pPr>
              <a:lnSpc>
                <a:spcPts val="2200"/>
              </a:lnSpc>
              <a:spcAft>
                <a:spcPts val="6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# 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here doc lab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 to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closing delimiter must be alone on its line, no spaces, or the here-doc never ends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Unquoted EOF expands variables; quoted EOF does not, pick deliberately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And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here doc lab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checklist for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browser, finish a few challenges after the starter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the real shell, practice a here-doc into cat and the reader script, plus a here-string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 are ready, take the short quiz, then continue to shell history and reverse-search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learn_unix — here doc 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