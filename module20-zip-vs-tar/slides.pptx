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ship trees as archives—homework drops, IP handoffs, backup snapshots. On Unix, tar with gzip is the everyday format. Zip is the cross-platform handoff when Windows teammates expect a zip file. This module makes create, list, and extract feel natural for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 create with gzip is tar c-z-f, then the archive name, then the directory. List with t-z-f; extract with x-z-f. Zip uses zip dash-r to recurse, unzip dash-l to list, and unzip to extract. Remember: c create, x extract, t list, z gzip, f file. Exclude build and logs when packing a project so the archive stays small.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Pack a chip tree with tar while excluding build, then switch to zip and compare. List the archive without extracting. Orient yourself with the format cards, the exclude checkboxes, and the terminal,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the tar-archives example. List the demo directory, create a gzipped tar in a temp path, and list the archive contents. Then open the zip-archives example, create a recursive zip of the same kind of tree, and list it with unzip. You will reuse these two recipes whenever you share a project folder.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 flag’s next argument is the archive filename—put options before the name carefully. Prefer listing before extract so you know what will unpack. And remember: the browser lab shows the idea; lasting handoffs still use real tar and zip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create and list both a tar.gz and a zip. When you are ready, take the short quiz, then continue to backup and clean-build.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tar versus zip</a:t>
            </a:r>
          </a:p>
          <a:p>
            <a:pPr algn="ctr">
              <a:lnSpc>
                <a:spcPts val="2200"/>
              </a:lnSpc>
              <a:spcBef>
                <a:spcPts val="1400"/>
              </a:spcBef>
            </a:pPr>
            <a:r>
              <a:rPr sz="2600" b="0">
                <a:solidFill>
                  <a:srgbClr val="333333"/>
                </a:solidFill>
                <a:latin typeface="Calibri"/>
              </a:rPr>
              <a:t>You will ship trees as archives, homework drops, IP handoffs, backup snapshots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Create, list, extract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Tar create with gzip is tar c-z-f, then the archive name, then the directory</a:t>
            </a:r>
          </a:p>
          <a:p>
            <a:pPr lvl="0" marL="457200" indent="-228600">
              <a:buFont typeface="Calibri"/>
              <a:spcAft>
                <a:spcPts val="1000"/>
              </a:spcAft>
              <a:buSzPct val="100000"/>
              <a:buChar char="•"/>
              <a:lnSpc>
                <a:spcPts val="2200"/>
              </a:lnSpc>
            </a:pPr>
            <a:r>
              <a:rPr sz="2000" b="0">
                <a:solidFill>
                  <a:srgbClr val="333333"/>
                </a:solidFill>
                <a:latin typeface="Calibri"/>
              </a:rPr>
              <a:t>List with t-z-f; extract with x-z-f</a:t>
            </a:r>
          </a:p>
          <a:p>
            <a:pPr lvl="0" marL="457200" indent="-228600">
              <a:buFont typeface="Calibri"/>
              <a:spcAft>
                <a:spcPts val="1000"/>
              </a:spcAft>
              <a:buSzPct val="100000"/>
              <a:buChar char="•"/>
              <a:lnSpc>
                <a:spcPts val="2200"/>
              </a:lnSpc>
            </a:pPr>
            <a:r>
              <a:rPr sz="2000" b="0">
                <a:solidFill>
                  <a:srgbClr val="333333"/>
                </a:solidFill>
                <a:latin typeface="Calibri"/>
              </a:rPr>
              <a:t>Zip uses zip dash-r to recurse, unzip dash-l to list, and unzip to extract</a:t>
            </a:r>
          </a:p>
          <a:p>
            <a:pPr lvl="0" marL="457200" indent="-228600">
              <a:buFont typeface="Calibri"/>
              <a:spcAft>
                <a:spcPts val="1000"/>
              </a:spcAft>
              <a:buSzPct val="100000"/>
              <a:buChar char="•"/>
              <a:lnSpc>
                <a:spcPts val="2200"/>
              </a:lnSpc>
            </a:pPr>
            <a:r>
              <a:rPr sz="2000" b="0">
                <a:solidFill>
                  <a:srgbClr val="333333"/>
                </a:solidFill>
                <a:latin typeface="Calibri"/>
              </a:rPr>
              <a:t>Remember: c create, x extract, t list, z gzip, f file</a:t>
            </a:r>
          </a:p>
          <a:p>
            <a:pPr lvl="0" marL="457200" indent="-228600">
              <a:buFont typeface="Calibri"/>
              <a:spcAft>
                <a:spcPts val="1000"/>
              </a:spcAft>
              <a:buSzPct val="100000"/>
              <a:buChar char="•"/>
              <a:lnSpc>
                <a:spcPts val="2200"/>
              </a:lnSpc>
            </a:pPr>
            <a:r>
              <a:rPr sz="2000" b="0">
                <a:solidFill>
                  <a:srgbClr val="333333"/>
                </a:solidFill>
                <a:latin typeface="Calibri"/>
              </a:rPr>
              <a:t>Exclude build and logs when packing a project so the archive stays small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191231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Zip versus tar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561062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tar and zip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demo_dir/ — see the sample tree to pack (tar_archives/)</a:t>
            </a:r>
          </a:p>
          <a:p>
            <a:pPr>
              <a:lnSpc>
                <a:spcPts val="2200"/>
              </a:lnSpc>
              <a:spcAft>
                <a:spcPts val="600"/>
              </a:spcAft>
            </a:pPr>
            <a:r>
              <a:rPr sz="2000" b="0">
                <a:solidFill>
                  <a:srgbClr val="333333"/>
                </a:solidFill>
                <a:latin typeface="Consolas"/>
              </a:rPr>
              <a:t>ls demo_dir/</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tar czf … — create a gzip-compressed tar of demo_dir</a:t>
            </a:r>
          </a:p>
          <a:p>
            <a:pPr>
              <a:lnSpc>
                <a:spcPts val="2200"/>
              </a:lnSpc>
              <a:spcAft>
                <a:spcPts val="600"/>
              </a:spcAft>
            </a:pPr>
            <a:r>
              <a:rPr sz="2000" b="0">
                <a:solidFill>
                  <a:srgbClr val="333333"/>
                </a:solidFill>
                <a:latin typeface="Consolas"/>
              </a:rPr>
              <a:t>tar czf /tmp/m20_demo.tar.gz demo_dir/</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tar tzf … — list archive contents without extracting</a:t>
            </a:r>
          </a:p>
          <a:p>
            <a:pPr>
              <a:lnSpc>
                <a:spcPts val="2200"/>
              </a:lnSpc>
              <a:spcAft>
                <a:spcPts val="600"/>
              </a:spcAft>
            </a:pPr>
            <a:r>
              <a:rPr sz="2000" b="0">
                <a:solidFill>
                  <a:srgbClr val="333333"/>
                </a:solidFill>
                <a:latin typeface="Consolas"/>
              </a:rPr>
              <a:t>tar tzf /tmp/m20_demo.tar.gz</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cd ../zip_archives — switch to the zip example tree</a:t>
            </a:r>
          </a:p>
          <a:p>
            <a:pPr>
              <a:lnSpc>
                <a:spcPts val="2200"/>
              </a:lnSpc>
              <a:spcAft>
                <a:spcPts val="600"/>
              </a:spcAft>
            </a:pPr>
            <a:r>
              <a:rPr sz="2000" b="0">
                <a:solidFill>
                  <a:srgbClr val="333333"/>
                </a:solidFill>
                <a:latin typeface="Consolas"/>
              </a:rPr>
              <a:t>cd ../zip_archives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zip -r … — create a recursive zip of demo_dir</a:t>
            </a:r>
          </a:p>
          <a:p>
            <a:pPr>
              <a:lnSpc>
                <a:spcPts val="2200"/>
              </a:lnSpc>
              <a:spcAft>
                <a:spcPts val="600"/>
              </a:spcAft>
            </a:pPr>
            <a:r>
              <a:rPr sz="2000" b="0">
                <a:solidFill>
                  <a:srgbClr val="333333"/>
                </a:solidFill>
                <a:latin typeface="Consolas"/>
              </a:rPr>
              <a:t>zip -r /tmp/m20_demo.zip demo_dir/</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unzip -l … — list zip contents without extracting</a:t>
            </a:r>
          </a:p>
          <a:p>
            <a:pPr>
              <a:lnSpc>
                <a:spcPts val="2200"/>
              </a:lnSpc>
              <a:spcAft>
                <a:spcPts val="600"/>
              </a:spcAft>
            </a:pPr>
            <a:r>
              <a:rPr sz="2000" b="0">
                <a:solidFill>
                  <a:srgbClr val="333333"/>
                </a:solidFill>
                <a:latin typeface="Consolas"/>
              </a:rPr>
              <a:t>unzip -l /tmp/m20_demo.zip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f flag’s next argument is the archive filename, put options before the name carefully</a:t>
            </a:r>
          </a:p>
          <a:p>
            <a:pPr lvl="0" marL="457200" indent="-228600">
              <a:buFont typeface="Calibri"/>
              <a:spcAft>
                <a:spcPts val="1000"/>
              </a:spcAft>
              <a:buSzPct val="100000"/>
              <a:buChar char="•"/>
              <a:lnSpc>
                <a:spcPts val="2200"/>
              </a:lnSpc>
            </a:pPr>
            <a:r>
              <a:rPr sz="2000" b="0">
                <a:solidFill>
                  <a:srgbClr val="333333"/>
                </a:solidFill>
                <a:latin typeface="Calibri"/>
              </a:rPr>
              <a:t>Prefer listing before extract so you know what will unpack</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create and list both a tar.gz and a zip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backup and clean-build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zip vs tar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