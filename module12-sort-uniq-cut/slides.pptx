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and lists are messy until you order them, collapse duplicates, and pull out columns. sort orders lines. uniq drops adjacent duplicates—so you almost always sort first. cut extracts fields by delimiter or character position. This module is the text-processing trio you will chain after grep.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Alphabetical sort is the default; numeric sort with dash-n puts ten after two, not before. uniq only collapses neighbors, so sort then uniq is the classic dedupe. uniq with dash-c prints a count beside each unique line—great for “how often did this error appear?” cut with a comma delimiter and field list pulls columns from CSV-like lines. Remember: uniq without sort misses scattered duplicates.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The usual first pipeline is sort names into uniq with counts. Try a numeric sort on the numbers file, then cut the first field from the CSV-like file. Orient yourself with the terminal and the file list, try a few challenges,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sort-uniq example. Show the names file with duplicates. Sort it, then sort into uniq, then sort into uniq with counts so you see frequencies. Sort the numbers file the default way—notice the wrong order—then sort numerically. When you want columns, use the cut-columns example with cut and a comma delimiter. You will reuse sort-pipe-uniq-count on real error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uniq alone on an unsorted file skips non-adjacent duplicates—sort first. Do not confuse lexicographic sort with numeric sort for version numbers or sizes. And remember: the browser lab shows the idea; real log analysis still needs these tools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practice sort, uniq dash-c, and numeric sort—then try cut on the cut-columns example. When you are ready, take the short quiz, then continue to here-documents and here-strings.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sort / uniq / cut</a:t>
            </a:r>
          </a:p>
          <a:p>
            <a:pPr algn="ctr">
              <a:lnSpc>
                <a:spcPts val="2200"/>
              </a:lnSpc>
              <a:spcBef>
                <a:spcPts val="1400"/>
              </a:spcBef>
            </a:pPr>
            <a:r>
              <a:rPr sz="2600" b="0">
                <a:solidFill>
                  <a:srgbClr val="333333"/>
                </a:solidFill>
                <a:latin typeface="Calibri"/>
              </a:rPr>
              <a:t>Logs and lists are messy until you order them, collapse duplicates, and pull out columns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Order, dedupe, and columns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Alphabetical sort is the default; numeric sort with dash-n puts ten after two, not before</a:t>
            </a:r>
          </a:p>
          <a:p>
            <a:pPr lvl="0" marL="457200" indent="-228600">
              <a:buFont typeface="Calibri"/>
              <a:spcAft>
                <a:spcPts val="1000"/>
              </a:spcAft>
              <a:buSzPct val="100000"/>
              <a:buChar char="•"/>
              <a:lnSpc>
                <a:spcPts val="2200"/>
              </a:lnSpc>
            </a:pPr>
            <a:r>
              <a:rPr sz="2000" b="0">
                <a:solidFill>
                  <a:srgbClr val="333333"/>
                </a:solidFill>
                <a:latin typeface="Calibri"/>
              </a:rPr>
              <a:t>Uniq only collapses neighbors, so sort then uniq is the classic dedupe</a:t>
            </a:r>
          </a:p>
          <a:p>
            <a:pPr lvl="0" marL="457200" indent="-228600">
              <a:buFont typeface="Calibri"/>
              <a:spcAft>
                <a:spcPts val="1000"/>
              </a:spcAft>
              <a:buSzPct val="100000"/>
              <a:buChar char="•"/>
              <a:lnSpc>
                <a:spcPts val="2200"/>
              </a:lnSpc>
            </a:pPr>
            <a:r>
              <a:rPr sz="2000" b="0">
                <a:solidFill>
                  <a:srgbClr val="333333"/>
                </a:solidFill>
                <a:latin typeface="Calibri"/>
              </a:rPr>
              <a:t>Uniq with dash-c prints a count beside each unique line</a:t>
            </a:r>
          </a:p>
          <a:p>
            <a:pPr lvl="0" marL="457200" indent="-228600">
              <a:buFont typeface="Calibri"/>
              <a:spcAft>
                <a:spcPts val="1000"/>
              </a:spcAft>
              <a:buSzPct val="100000"/>
              <a:buChar char="•"/>
              <a:lnSpc>
                <a:spcPts val="2200"/>
              </a:lnSpc>
            </a:pPr>
            <a:r>
              <a:rPr sz="2000" b="0">
                <a:solidFill>
                  <a:srgbClr val="333333"/>
                </a:solidFill>
                <a:latin typeface="Calibri"/>
              </a:rPr>
              <a:t>Remember: uniq without sort misses scattered duplicates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sort uniq cut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4431261"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sort and uniq</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cat names.txt — see the raw list with duplicates</a:t>
            </a:r>
          </a:p>
          <a:p>
            <a:pPr>
              <a:lnSpc>
                <a:spcPts val="2200"/>
              </a:lnSpc>
              <a:spcAft>
                <a:spcPts val="600"/>
              </a:spcAft>
            </a:pPr>
            <a:r>
              <a:rPr sz="2000" b="0">
                <a:solidFill>
                  <a:srgbClr val="333333"/>
                </a:solidFill>
                <a:latin typeface="Consolas"/>
              </a:rPr>
              <a:t>cat names.txt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sort names.txt — alphabetical order (duplicates become adjacent)</a:t>
            </a:r>
          </a:p>
          <a:p>
            <a:pPr>
              <a:lnSpc>
                <a:spcPts val="2200"/>
              </a:lnSpc>
              <a:spcAft>
                <a:spcPts val="600"/>
              </a:spcAft>
            </a:pPr>
            <a:r>
              <a:rPr sz="2000" b="0">
                <a:solidFill>
                  <a:srgbClr val="333333"/>
                </a:solidFill>
                <a:latin typeface="Consolas"/>
              </a:rPr>
              <a:t>sort names.txt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sort names.txt | uniq — unique lines after sorting</a:t>
            </a:r>
          </a:p>
          <a:p>
            <a:pPr>
              <a:lnSpc>
                <a:spcPts val="2200"/>
              </a:lnSpc>
              <a:spcAft>
                <a:spcPts val="600"/>
              </a:spcAft>
            </a:pPr>
            <a:r>
              <a:rPr sz="2000" b="0">
                <a:solidFill>
                  <a:srgbClr val="333333"/>
                </a:solidFill>
                <a:latin typeface="Consolas"/>
              </a:rPr>
              <a:t>sort names.txt | uniq</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sort names.txt | uniq -c — unique lines with occurrence counts</a:t>
            </a:r>
          </a:p>
          <a:p>
            <a:pPr>
              <a:lnSpc>
                <a:spcPts val="2200"/>
              </a:lnSpc>
              <a:spcAft>
                <a:spcPts val="600"/>
              </a:spcAft>
            </a:pPr>
            <a:r>
              <a:rPr sz="2000" b="0">
                <a:solidFill>
                  <a:srgbClr val="333333"/>
                </a:solidFill>
                <a:latin typeface="Consolas"/>
              </a:rPr>
              <a:t>sort names.txt | uniq -c</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sort numbers.txt — default (lexicographic) order — often wrong for</a:t>
            </a:r>
          </a:p>
          <a:p>
            <a:pPr>
              <a:lnSpc>
                <a:spcPts val="2200"/>
              </a:lnSpc>
              <a:spcAft>
                <a:spcPts val="600"/>
              </a:spcAft>
            </a:pPr>
            <a:r>
              <a:rPr sz="2000" b="0">
                <a:solidFill>
                  <a:srgbClr val="333333"/>
                </a:solidFill>
                <a:latin typeface="Consolas"/>
              </a:rPr>
              <a:t>numbers</a:t>
            </a:r>
          </a:p>
          <a:p>
            <a:pPr>
              <a:lnSpc>
                <a:spcPts val="2200"/>
              </a:lnSpc>
              <a:spcAft>
                <a:spcPts val="600"/>
              </a:spcAft>
            </a:pPr>
            <a:r>
              <a:rPr sz="2000" b="0">
                <a:solidFill>
                  <a:srgbClr val="333333"/>
                </a:solidFill>
                <a:latin typeface="Consolas"/>
              </a:rPr>
              <a:t>sort numbers.txt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sort -n numbers.txt — numeric sort (1, 2, 5, 10, …)</a:t>
            </a:r>
          </a:p>
          <a:p>
            <a:pPr>
              <a:lnSpc>
                <a:spcPts val="2200"/>
              </a:lnSpc>
              <a:spcAft>
                <a:spcPts val="600"/>
              </a:spcAft>
            </a:pPr>
            <a:r>
              <a:rPr sz="2000" b="0">
                <a:solidFill>
                  <a:srgbClr val="333333"/>
                </a:solidFill>
                <a:latin typeface="Consolas"/>
              </a:rPr>
              <a:t>sort -n numbers.txt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Running uniq alone on an unsorted file skips non-adjacent duplicates, sort first</a:t>
            </a:r>
          </a:p>
          <a:p>
            <a:pPr lvl="0" marL="457200" indent="-228600">
              <a:buFont typeface="Calibri"/>
              <a:spcAft>
                <a:spcPts val="1000"/>
              </a:spcAft>
              <a:buSzPct val="100000"/>
              <a:buChar char="•"/>
              <a:lnSpc>
                <a:spcPts val="2200"/>
              </a:lnSpc>
            </a:pPr>
            <a:r>
              <a:rPr sz="2000" b="0">
                <a:solidFill>
                  <a:srgbClr val="333333"/>
                </a:solidFill>
                <a:latin typeface="Calibri"/>
              </a:rPr>
              <a:t>Do not confuse lexicographic sort with numeric sort for version numbers or sizes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practice sort, uniq dash-c</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here-documents and here-strings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sort uniq 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