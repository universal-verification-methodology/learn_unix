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will not memorize every flag. Design work throws new tools at you—simulators, Make, Git—and the shell already has a way to look them up. This module is about discovering help: the manual, short help text, and a couple of search helpers.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manual when you want the full story. Use a help flag when you need a quick reminder of options. Use whatis for a one-line summary. Use apropos when you remember the idea but not the command name. Pick the lightest tool that answers your question, then go back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load the starter example. You will see a sandboxed prompt and a challenge card. Try opening a short manual page, page through it, quit, then compare with a help flag. The lab is not a full system manual database—it teaches the habit. Explore a few challenges, then switch to a real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real Unix track, open this module’s help example folder. Ask for a one-line summary, skim short help for list, and if your system has manuals installed, open a man page with a plain pager so it prints instead of trapping you in an interactive viewer. These same lookups will matter when you meet Icarus, Verilator, and Make later—help first, then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every command has a man page on every machine—WSL and minimal images sometimes ship thin documentation. Some tools use a help flag; others use a different switch. Interactive man viewers need a quit key, or they feel “stuck.” And remember: the browser lab builds intuition; your real projects still need a real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the real shell, run through the help example: whatis, help text, and a man skim when available. When you are ready, take the short quiz, then continue to absolute versus relative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man / --help discoverability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 will not memorize every flag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Four ways to ask for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the manual when you want the full story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a help flag when you need a quick reminder of options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whatis for a one-line summary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apropos when you remember the idea but not the command name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Pick the lightest tool that answers your question, then go back to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man / --help lab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Real shell practice</a:t>
            </a:r>
          </a:p>
        </p:txBody>
      </p:sp>
      <p:pic>
        <p:nvPicPr>
          <p:cNvPr id="3" name="Picture 2" descr="real-sh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11507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Real shell — man and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Real shell practice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whatis ls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ls --help | head -n 12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MANPAGER=cat man ls | head -n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Not every command has a man page on every machine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Some tools use a help flag; others use a different switch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Interactive man viewers need a quit key, or they feel “stuck.” And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real shell, run through the help example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absolute versus relative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 — man help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