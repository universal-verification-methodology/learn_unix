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not memorize every flag. Design work throws new tools at you—simulators, Make, Git—and the shell already has a way to look them up. This module is about discovering help: the manual, short help text, and a couple of search helpers.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man when you want the full manual page for a command. Use a help flag—often two dashes help—when you need a short usage reminder. Use whatis for a one-line summary of what a command is. Use apropos when you remember the idea but not the command name; it searches short descriptions by keyword. Pick the lightest tool that answers your question, then go back to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You will see a sandboxed prompt and a challenge card. Try man on a topic to open a short manual, page through it, quit, then compare with a help flag on the same command. The lab is not a full system manual database—it teaches the habit. Explore a few challenges, then switch to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help example folder. First run whatis on ls to get a one-line description of list. Next run ls with the help flag and pipe the first lines through head so you only skim the short usage text. Then open the man page for ls with MANPAGER set to cat so the manual prints instead of trapping you in an interactive viewer, and again take only the first lines with head. These same lookups will matter when you meet Icarus, Verilator, and Make later—help first, then flags.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command has a man page on every machine—WSL and minimal images sometimes ship thin documentation. Some tools use a help flag; others use a different switch. Interactive man viewers need a quit key, or they feel “stuck.” And remember: the browser lab builds intuition; your real projects still need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run through the help example: whatis, help text, and a man skim when available. When you are ready, take the short quiz, then continue to absolute versus relative paths.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man / --help discoverability</a:t>
            </a:r>
          </a:p>
          <a:p>
            <a:pPr algn="ctr">
              <a:lnSpc>
                <a:spcPts val="2200"/>
              </a:lnSpc>
              <a:spcBef>
                <a:spcPts val="1400"/>
              </a:spcBef>
            </a:pPr>
            <a:r>
              <a:rPr sz="2600" b="0">
                <a:solidFill>
                  <a:srgbClr val="333333"/>
                </a:solidFill>
                <a:latin typeface="Calibri"/>
              </a:rPr>
              <a:t>You will not memorize every flag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man help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ways to ask for help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man when you want the full manual page for a command</a:t>
            </a:r>
          </a:p>
          <a:p>
            <a:pPr lvl="0" marL="457200" indent="-228600">
              <a:buFont typeface="Calibri"/>
              <a:spcAft>
                <a:spcPts val="1000"/>
              </a:spcAft>
              <a:buSzPct val="100000"/>
              <a:buChar char="•"/>
              <a:lnSpc>
                <a:spcPts val="2200"/>
              </a:lnSpc>
            </a:pPr>
            <a:r>
              <a:rPr sz="2000" b="0">
                <a:solidFill>
                  <a:srgbClr val="333333"/>
                </a:solidFill>
                <a:latin typeface="Calibri"/>
              </a:rPr>
              <a:t>Use a help flag, often two dashes help, when you need a short usage reminder</a:t>
            </a:r>
          </a:p>
          <a:p>
            <a:pPr lvl="0" marL="457200" indent="-228600">
              <a:buFont typeface="Calibri"/>
              <a:spcAft>
                <a:spcPts val="1000"/>
              </a:spcAft>
              <a:buSzPct val="100000"/>
              <a:buChar char="•"/>
              <a:lnSpc>
                <a:spcPts val="2200"/>
              </a:lnSpc>
            </a:pPr>
            <a:r>
              <a:rPr sz="2000" b="0">
                <a:solidFill>
                  <a:srgbClr val="333333"/>
                </a:solidFill>
                <a:latin typeface="Calibri"/>
              </a:rPr>
              <a:t>Use whatis for a one-line summary of what a command is</a:t>
            </a:r>
          </a:p>
          <a:p>
            <a:pPr lvl="0" marL="457200" indent="-228600">
              <a:buFont typeface="Calibri"/>
              <a:spcAft>
                <a:spcPts val="1000"/>
              </a:spcAft>
              <a:buSzPct val="100000"/>
              <a:buChar char="•"/>
              <a:lnSpc>
                <a:spcPts val="2200"/>
              </a:lnSpc>
            </a:pPr>
            <a:r>
              <a:rPr sz="2000" b="0">
                <a:solidFill>
                  <a:srgbClr val="333333"/>
                </a:solidFill>
                <a:latin typeface="Calibri"/>
              </a:rPr>
              <a:t>Use apropos when you remember the idea but not the command name</a:t>
            </a:r>
          </a:p>
          <a:p>
            <a:pPr lvl="0" marL="457200" indent="-228600">
              <a:buFont typeface="Calibri"/>
              <a:spcAft>
                <a:spcPts val="1000"/>
              </a:spcAft>
              <a:buSzPct val="100000"/>
              <a:buChar char="•"/>
              <a:lnSpc>
                <a:spcPts val="2200"/>
              </a:lnSpc>
            </a:pPr>
            <a:r>
              <a:rPr sz="2000" b="0">
                <a:solidFill>
                  <a:srgbClr val="333333"/>
                </a:solidFill>
                <a:latin typeface="Calibri"/>
              </a:rPr>
              <a:t>Pick the lightest tool that answers your question, then go back to work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man help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man / --help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man help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511507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man and help</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man help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whatis — one-line summary of a command</a:t>
            </a:r>
          </a:p>
          <a:p>
            <a:pPr>
              <a:lnSpc>
                <a:spcPts val="2200"/>
              </a:lnSpc>
              <a:spcAft>
                <a:spcPts val="600"/>
              </a:spcAft>
            </a:pPr>
            <a:r>
              <a:rPr sz="2000" b="0">
                <a:solidFill>
                  <a:srgbClr val="333333"/>
                </a:solidFill>
                <a:latin typeface="Consolas"/>
              </a:rPr>
              <a:t>whatis ls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--help — short usage / flags; head keeps the first lines</a:t>
            </a:r>
          </a:p>
          <a:p>
            <a:pPr>
              <a:lnSpc>
                <a:spcPts val="2200"/>
              </a:lnSpc>
              <a:spcAft>
                <a:spcPts val="600"/>
              </a:spcAft>
            </a:pPr>
            <a:r>
              <a:rPr sz="2000" b="0">
                <a:solidFill>
                  <a:srgbClr val="333333"/>
                </a:solidFill>
                <a:latin typeface="Consolas"/>
              </a:rPr>
              <a:t>ls --help | head -n 12</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man — full manual; MANPAGER=cat prints instead of interactive pager</a:t>
            </a:r>
          </a:p>
          <a:p>
            <a:pPr>
              <a:lnSpc>
                <a:spcPts val="2200"/>
              </a:lnSpc>
              <a:spcAft>
                <a:spcPts val="600"/>
              </a:spcAft>
            </a:pPr>
            <a:r>
              <a:rPr sz="2000" b="0">
                <a:solidFill>
                  <a:srgbClr val="333333"/>
                </a:solidFill>
                <a:latin typeface="Consolas"/>
              </a:rPr>
              <a:t>MANPAGER=cat man ls | head -n 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man help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Not every command has a man page on every machine</a:t>
            </a:r>
          </a:p>
          <a:p>
            <a:pPr lvl="0" marL="457200" indent="-228600">
              <a:buFont typeface="Calibri"/>
              <a:spcAft>
                <a:spcPts val="1000"/>
              </a:spcAft>
              <a:buSzPct val="100000"/>
              <a:buChar char="•"/>
              <a:lnSpc>
                <a:spcPts val="2200"/>
              </a:lnSpc>
            </a:pPr>
            <a:r>
              <a:rPr sz="2000" b="0">
                <a:solidFill>
                  <a:srgbClr val="333333"/>
                </a:solidFill>
                <a:latin typeface="Calibri"/>
              </a:rPr>
              <a:t>Some tools use a help flag; others use a different switch</a:t>
            </a:r>
          </a:p>
          <a:p>
            <a:pPr lvl="0" marL="457200" indent="-228600">
              <a:buFont typeface="Calibri"/>
              <a:spcAft>
                <a:spcPts val="1000"/>
              </a:spcAft>
              <a:buSzPct val="100000"/>
              <a:buChar char="•"/>
              <a:lnSpc>
                <a:spcPts val="2200"/>
              </a:lnSpc>
            </a:pPr>
            <a:r>
              <a:rPr sz="2000" b="0">
                <a:solidFill>
                  <a:srgbClr val="333333"/>
                </a:solidFill>
                <a:latin typeface="Calibri"/>
              </a:rPr>
              <a:t>Interactive man viewers need a quit key, or they feel “stuck.” 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man help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run through the help example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absolute versus relative paths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man help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