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you push or hand off a build, run a short local checklist: clean tree, recent commits look right, environment variables the tools need are set, and Make or a test script exits zero. This module turns that habit into a reusable pre-push flow—before the next module digs into Makefiles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status shows uncommitted noise—commit or stash before push. A short log confirms what you are about to send. Tools often need a TOOLS path or env file; without it, make test fails even when the code is fine. Prefer dry-run cleans when unsure. Exit zero is the handshake CI and teammates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 example. Tick the pre-push checklist items, toggle env and make-ok, run make test and show env, and try a dry-run clean. Orient yourself with the checklist, the make panel, and the challenge strip, then practice on a real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Unix track, run the pre-push check script from inside a Git repository—your course tree works. It prints a short status and the last few commits, then fails if the working tree is dirty. Glance at make with which and a one-line version check so you know the toolchain is on the path. You will reuse this checklist before every push and CI-bound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push with a dirty tree and hope CI sorts it out. Do not blame the RTL when TOOLS or env was never sourced. And remember: the browser lab shows the checklist idea; lasting discipline still means running checks on a real shell before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clear a few challenges after the starter. On the real shell, run check-ready from a clean tree and confirm Make is available. When you are ready, take the short quiz, then continue to Makefile basics.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Pre-push, Make, and env checklist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Before you push or hand off a build, run a short local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Status, env, then the green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Git status shows uncommitted noise, commit or stash before push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short log confirms what you are about to send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Tools often need a TOOLS path or env file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Prefer dry-run cleans when unsure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Exit zero is the handshake CI and teammates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1"/>
            <a:ext cx="1583236" cy="45719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Workflow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16062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shell — check_ready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chmod u+x check_ready.sh — make the pre-push helper executable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chmod u+x check_ready.sh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./check_ready.sh — status + recent log; exit 1 if dirty (run from a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repo)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./check_ready.sh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which make — confirm Make is on PATH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which make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make --version — one-line toolchain sanity check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make --version | head -n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push with a dirty tree and hope CI sorts it out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blame the RTL when TOOLS or env was never sourced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clear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the real shell, run check-ready from a clean tree and confirm Make is available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Makefile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