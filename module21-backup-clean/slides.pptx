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folders and logs grow fast—waveforms, object files, run logs. Before you wipe them, take a timestamped backup of the sources you care about. Then list what a clean would remove, and only then delete. This module is the backup-first, clean-second habit for every chip project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archives with a date stamp so versions do not overwrite each other. Exclude build and logs from the backup when you only need sources, docs, and scripts. For clean: list files under build and logs first, then remove—never start with a blind recursive delete. Align exclude patterns with your ignore file so archives and Git stay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example. Follow the steps: backup to a timestamped tar, dry-run clean, then clean for real—the lab refuses clean until you back up. Orient yourself with the step strip, the project tree, and the action buttons, try a few challenges, then practice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Unix track, open the clean-build sample project. List the generated files under build and logs. Create a timestamped tar of the project while excluding those generated dirs, then list the archive. Run find again as a dry-run of what a clean would remove—only run the clean script when you mean to empty those folders. You will reuse backup-then-clean before every big rebuild or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clean before you have a backup you can restore. Do not run recursive delete on a path you have not listed. And remember: the browser lab shows the idea; lasting project hygiene still means real archives and careful cleans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the backup → dry-run → clean flow. On the real shell, make a timestamped archive and list clean targets before you delete. When you are ready, take the short quiz, then continue to relative symlink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Backup and clean-build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Build folders and logs grow fast, waveforms, object files, run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backup clean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Timestamp, exclude, then clean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archives with a date stamp so versions do not overwrite each other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Exclude build and logs from the backup when you only need sources, docs, and scripts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clean: list files under build and logs first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Align exclude patterns with your ignore file so archives and Git stay 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backup clean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2510117" cy="457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Backup and clean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backup clean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90948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backup then list clean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backup clean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find … -type f — list generated files under build/ and logs/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find sample_project/build sample_project/logs -type f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tar czf backup_….tar.gz — timestamped archive excluding build and logs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tar czf /tmp/m21_backup_demo.tar.gz \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--exclude='build' --exclude='logs' \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-C sample_project .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tar tzf … — list what was backed up (no build/logs)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tar tzf /tmp/m21_backup_demo.tar.gz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find again — dry-run view of clean targets (do not delete yet)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find sample_project/build sample_project/logs -type f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./clean.sh — only when ready: delete files in build/ and logs/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chmod u+x clean.sh &amp;&amp; ./clean.sh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backup clean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Never clean before you have a backup you can restore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run recursive delete on a path you have not listed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backup clean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the backup → dry-run → clean flow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real shell, make a timestamped archive and list clean targets before you delete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relative symlink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backup clean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