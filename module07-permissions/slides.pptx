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can read a file, who can run a script, and which command the shell finds first—those three ideas show up every day in design work. Permissions gate access. umask sets defaults for new files. PATH decides where the shell looks for tools. This module ties them together so chmod and “command not found” feel less mysterious.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long listing, the nine permission letters are user, group, and others—each with read, write, and execute. chmod changes those bits; a script needs execute before you can run it with dot-slash. umask masks bits off new files so you do not accidentally create world-writable junk. PATH is a colon-separated search list—your current directory is usually not on it, which is why you type dot-slash for a local script.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Flip a mode and watch the symbolic string. Try an umask and see what a new file would get. Glance at the PATH panel and which-command lookup. Orient yourself across those three panels,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permissions example. List the files in long format. Add execute for your user on the hello script, list again, then run it with dot-slash. Tighten the config file to owner-only with a numeric mode. Print umask in numeric and symbolic form so you see the default mask for new files. You will reuse chmod and PATH habits with real toolchains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chmod seven-seven-seven unless you truly understand the risk. Prefer user-plus-execute for scripts you own. Remember: without dot-slash, the shell searches PATH and may say “command not found” even when the file is right here. And remember: the browser lab shows the idea; real projects still need correct modes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chmod, umask, and running a local script with dot-slash—then explore the other example folders when you want more depth. When you are ready, take the short quiz, then continue to dotfiles and config homes.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Permissions, umask, PATH</a:t>
            </a:r>
          </a:p>
          <a:p>
            <a:pPr algn="ctr">
              <a:lnSpc>
                <a:spcPts val="2200"/>
              </a:lnSpc>
              <a:spcBef>
                <a:spcPts val="1400"/>
              </a:spcBef>
            </a:pPr>
            <a:r>
              <a:rPr sz="2600" b="0">
                <a:solidFill>
                  <a:srgbClr val="333333"/>
                </a:solidFill>
                <a:latin typeface="Calibri"/>
              </a:rPr>
              <a:t>Who can read a file, who can run a script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Mode bits, umask, and PATH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a long listing, the nine permission letters are user, group</a:t>
            </a:r>
          </a:p>
          <a:p>
            <a:pPr lvl="0" marL="457200" indent="-228600">
              <a:buFont typeface="Calibri"/>
              <a:spcAft>
                <a:spcPts val="1000"/>
              </a:spcAft>
              <a:buSzPct val="100000"/>
              <a:buChar char="•"/>
              <a:lnSpc>
                <a:spcPts val="2200"/>
              </a:lnSpc>
            </a:pPr>
            <a:r>
              <a:rPr sz="2000" b="0">
                <a:solidFill>
                  <a:srgbClr val="333333"/>
                </a:solidFill>
                <a:latin typeface="Calibri"/>
              </a:rPr>
              <a:t>Chmod changes those bits; a script needs execute before you can run it with dot-slash</a:t>
            </a:r>
          </a:p>
          <a:p>
            <a:pPr lvl="0" marL="457200" indent="-228600">
              <a:buFont typeface="Calibri"/>
              <a:spcAft>
                <a:spcPts val="1000"/>
              </a:spcAft>
              <a:buSzPct val="100000"/>
              <a:buChar char="•"/>
              <a:lnSpc>
                <a:spcPts val="2200"/>
              </a:lnSpc>
            </a:pPr>
            <a:r>
              <a:rPr sz="2000" b="0">
                <a:solidFill>
                  <a:srgbClr val="333333"/>
                </a:solidFill>
                <a:latin typeface="Calibri"/>
              </a:rPr>
              <a:t>Umask masks bits off new files so you do not accidentally create world-writable junk</a:t>
            </a:r>
          </a:p>
          <a:p>
            <a:pPr lvl="0" marL="457200" indent="-228600">
              <a:buFont typeface="Calibri"/>
              <a:spcAft>
                <a:spcPts val="1000"/>
              </a:spcAft>
              <a:buSzPct val="100000"/>
              <a:buChar char="•"/>
              <a:lnSpc>
                <a:spcPts val="2200"/>
              </a:lnSpc>
            </a:pPr>
            <a:r>
              <a:rPr sz="2000" b="0">
                <a:solidFill>
                  <a:srgbClr val="333333"/>
                </a:solidFill>
                <a:latin typeface="Calibri"/>
              </a:rPr>
              <a:t>PATH is a colon-separated search 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Permissions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695903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permissions and umask</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-l — long listing; read the nine permission letters</a:t>
            </a:r>
          </a:p>
          <a:p>
            <a:pPr>
              <a:lnSpc>
                <a:spcPts val="2200"/>
              </a:lnSpc>
              <a:spcAft>
                <a:spcPts val="600"/>
              </a:spcAft>
            </a:pPr>
            <a:r>
              <a:rPr sz="2000" b="0">
                <a:solidFill>
                  <a:srgbClr val="333333"/>
                </a:solidFill>
                <a:latin typeface="Consolas"/>
              </a:rPr>
              <a:t>ls -l</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chmod u+x hello.sh — add execute for your user (symbolic mode)</a:t>
            </a:r>
          </a:p>
          <a:p>
            <a:pPr>
              <a:lnSpc>
                <a:spcPts val="2200"/>
              </a:lnSpc>
              <a:spcAft>
                <a:spcPts val="600"/>
              </a:spcAft>
            </a:pPr>
            <a:r>
              <a:rPr sz="2000" b="0">
                <a:solidFill>
                  <a:srgbClr val="333333"/>
                </a:solidFill>
                <a:latin typeface="Consolas"/>
              </a:rPr>
              <a:t>chmod u+x hello.sh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 hello.sh — confirm the user execute bit appears</a:t>
            </a:r>
          </a:p>
          <a:p>
            <a:pPr>
              <a:lnSpc>
                <a:spcPts val="2200"/>
              </a:lnSpc>
              <a:spcAft>
                <a:spcPts val="600"/>
              </a:spcAft>
            </a:pPr>
            <a:r>
              <a:rPr sz="2000" b="0">
                <a:solidFill>
                  <a:srgbClr val="333333"/>
                </a:solidFill>
                <a:latin typeface="Consolas"/>
              </a:rPr>
              <a:t>ls -l hello.sh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./hello.sh — run the script in this directory (dot is usually not on</a:t>
            </a:r>
          </a:p>
          <a:p>
            <a:pPr>
              <a:lnSpc>
                <a:spcPts val="2200"/>
              </a:lnSpc>
              <a:spcAft>
                <a:spcPts val="600"/>
              </a:spcAft>
            </a:pPr>
            <a:r>
              <a:rPr sz="2000" b="0">
                <a:solidFill>
                  <a:srgbClr val="333333"/>
                </a:solidFill>
                <a:latin typeface="Consolas"/>
              </a:rPr>
              <a:t>PATH)</a:t>
            </a:r>
          </a:p>
          <a:p>
            <a:pPr>
              <a:lnSpc>
                <a:spcPts val="2200"/>
              </a:lnSpc>
              <a:spcAft>
                <a:spcPts val="600"/>
              </a:spcAft>
            </a:pPr>
            <a:r>
              <a:rPr sz="2000" b="0">
                <a:solidFill>
                  <a:srgbClr val="333333"/>
                </a:solidFill>
                <a:latin typeface="Consolas"/>
              </a:rPr>
              <a:t>./hello.sh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chmod 600 config.txt — owner read/write only (numeric mode)</a:t>
            </a:r>
          </a:p>
          <a:p>
            <a:pPr>
              <a:lnSpc>
                <a:spcPts val="2200"/>
              </a:lnSpc>
              <a:spcAft>
                <a:spcPts val="600"/>
              </a:spcAft>
            </a:pPr>
            <a:r>
              <a:rPr sz="2000" b="0">
                <a:solidFill>
                  <a:srgbClr val="333333"/>
                </a:solidFill>
                <a:latin typeface="Consolas"/>
              </a:rPr>
              <a:t>chmod 600 config.txt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 — see both the script and the tightened config</a:t>
            </a:r>
          </a:p>
          <a:p>
            <a:pPr>
              <a:lnSpc>
                <a:spcPts val="2200"/>
              </a:lnSpc>
              <a:spcAft>
                <a:spcPts val="600"/>
              </a:spcAft>
            </a:pPr>
            <a:r>
              <a:rPr sz="2000" b="0">
                <a:solidFill>
                  <a:srgbClr val="333333"/>
                </a:solidFill>
                <a:latin typeface="Consolas"/>
              </a:rPr>
              <a:t>ls -l</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umask — show the numeric default mask for new files</a:t>
            </a:r>
          </a:p>
          <a:p>
            <a:pPr>
              <a:lnSpc>
                <a:spcPts val="2200"/>
              </a:lnSpc>
              <a:spcAft>
                <a:spcPts val="600"/>
              </a:spcAft>
            </a:pPr>
            <a:r>
              <a:rPr sz="2000" b="0">
                <a:solidFill>
                  <a:srgbClr val="333333"/>
                </a:solidFill>
                <a:latin typeface="Consolas"/>
              </a:rPr>
              <a:t>umask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umask -S — same mask in symbolic form</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Avoid chmod seven-seven-seven unless you truly understand the risk</a:t>
            </a:r>
          </a:p>
          <a:p>
            <a:pPr lvl="0" marL="457200" indent="-228600">
              <a:buFont typeface="Calibri"/>
              <a:spcAft>
                <a:spcPts val="1000"/>
              </a:spcAft>
              <a:buSzPct val="100000"/>
              <a:buChar char="•"/>
              <a:lnSpc>
                <a:spcPts val="2200"/>
              </a:lnSpc>
            </a:pPr>
            <a:r>
              <a:rPr sz="2000" b="0">
                <a:solidFill>
                  <a:srgbClr val="333333"/>
                </a:solidFill>
                <a:latin typeface="Calibri"/>
              </a:rPr>
              <a:t>Prefer user-plus-execute for scripts you own</a:t>
            </a:r>
          </a:p>
          <a:p>
            <a:pPr lvl="0" marL="457200" indent="-228600">
              <a:buFont typeface="Calibri"/>
              <a:spcAft>
                <a:spcPts val="1000"/>
              </a:spcAft>
              <a:buSzPct val="100000"/>
              <a:buChar char="•"/>
              <a:lnSpc>
                <a:spcPts val="2200"/>
              </a:lnSpc>
            </a:pPr>
            <a:r>
              <a:rPr sz="2000" b="0">
                <a:solidFill>
                  <a:srgbClr val="333333"/>
                </a:solidFill>
                <a:latin typeface="Calibri"/>
              </a:rPr>
              <a:t>Remember: without dot-slash</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practice chmod, umask</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dotfiles and config homes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permissions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