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will type the same kinds of commands again and again—build, grep a log, change directories. Shell history remembers what you ran so you can recall, edit, and re-run without retyping. Reverse-search finds an older line by a substring. This module makes history and the keyboard shortcuts feel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Arrow up and arrow down step through previous commands. Ctrl+A and Ctrl+E jump to the start or end of the line; Ctrl+U and Ctrl+K clear toward the start or end. Ctrl+R starts reverse incremental search—type part of a past command, then Enter to run the match. The history builtin lists numbered entries; bang-bang re-runs the last command, and bang-number re-runs by index—use bang forms carefully. Faster recall means less friction when you iterate on simulators and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example. Press reverse-search or use the button if the browser steals Ctrl+R, type make, and recall make test. Try history, the up and down arrows, and bang-bang. Orient yourself with the terminal, the history side panel, and the shortcut table, try a few challenges,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open this module’s history example folder. Turn history on for the session, seed a few typical commands, then list history so you see numbered lines. Pipe history into tail for the recent slice, then into grep to find a past grep or error search. On your own keyboard, practice arrow keys and Ctrl+R—those do not show in a static screenshot, but they are the daily muscle memory. You will reuse reverse-search whenever a long make or grep line is buried in the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Bang-number and bang-bang re-execute immediately—double-check the line before you hit Enter on a destructive command. Reverse-search can feel sticky; Ctrl+C cancels cleanly. And remember: the browser lab teaches the muscle memory; lasting speed still comes from history and Ctrl+R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the real shell, list history, search it with grep, and practice Ctrl+R until recall feels automatic. When you are ready, take the short quiz, then continue to aliases and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Shell history &amp; reverse-search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will type the same kinds of commands again and again, build, grep a log, change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shell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Recall, edit, re-run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Arrow up and arrow down step through previous commands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Ctrl+A and Ctrl+E jump to the start or end of the 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Ctrl+R starts reverse incremental search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history builtin lists numbered entries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Faster recall means less friction when you iterate on simulators and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shell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265436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Shell history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shell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9242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history listing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shell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set -o history — enable history in this shell session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set -o history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history -s … — add a line to history without running it (demo seed)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history -s 'pwd'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history -s 'ls -la'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history -s 'grep ERROR run.log'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history -s 'make sim'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history — list numbered past commands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history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history | tail -5 — show only the most recent entries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history | tail -5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history | grep ERROR — find past commands that mention ERROR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history | grep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shell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Bang-number and bang-bang re-execute immediately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Reverse-search can feel sticky; Ctrl+C cancels cleanly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shell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list history, search it with grep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aliases and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shell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