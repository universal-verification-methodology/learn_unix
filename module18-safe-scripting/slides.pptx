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Scripts that delete files or stop builds can hurt when they run by accident. Safe scripting means fail fast, quote your variables, and prefer a dry run before a destructive action. This module turns those habits into a checklist you can reuse for clean scripts, CI helpers, and project maintenance.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dash-euo pipefail at the top: dash-e stops on the first failing command, dash-u catches unset variables, and pipefail makes a failing command in a pipe fail the whole pipe. Always quote expansions like dollar-file so spaces do not split paths. For deletes and cleans, print what you would do by default and require an explicit confirm flag before anything is removed. Check that directories exist before you walk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You will see set dash-euo pipefail, quoted variables, and a dry-run flag. Toggle the safety checklist, try the unquoted-path scenario, and run a dry-run clean. Orient yourself with the script pane, the flags, and the challenge list, then practice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Unix track, open this module’s safe-scripting example. List the tmp folder so you see the cache files. Make the clean script executable and run it with no flags—it only prints would-delete lines. List tmp again to confirm nothing was removed. When you are sure, you can re-run with confirm to actually delete; do that only when you mean it. You will reuse dry-run-first whenever a script touches build artifacts or logs.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Unquoted variables break on spaces and can make rm touch the wrong paths. Skipping dry-run on a clean script is how accidents happen. And remember: the browser lab shows the idea; lasting safety still lives in scripts you run carefully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the real shell, run the dry-run clean and only use confirm when you intend to delete. When you are ready, take the short quiz, then continue to project layout, archives, sed, and diff.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Safe scripting</a:t>
            </a:r>
          </a:p>
          <a:p>
            <a:pPr algn="ctr">
              <a:lnSpc>
                <a:spcPts val="2200"/>
              </a:lnSpc>
              <a:spcBef>
                <a:spcPts val="1400"/>
              </a:spcBef>
            </a:pPr>
            <a:r>
              <a:rPr sz="2600" b="0">
                <a:solidFill>
                  <a:srgbClr val="333333"/>
                </a:solidFill>
                <a:latin typeface="Calibri"/>
              </a:rPr>
              <a:t>Scripts that delete files or stop builds can hurt when they run by accident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safe scripting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Fail fast, quote, dry-run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Set dash-euo pipefail at the top</a:t>
            </a:r>
          </a:p>
          <a:p>
            <a:pPr lvl="0" marL="457200" indent="-228600">
              <a:buFont typeface="Calibri"/>
              <a:spcAft>
                <a:spcPts val="1000"/>
              </a:spcAft>
              <a:buSzPct val="100000"/>
              <a:buChar char="•"/>
              <a:lnSpc>
                <a:spcPts val="2200"/>
              </a:lnSpc>
            </a:pPr>
            <a:r>
              <a:rPr sz="2000" b="0">
                <a:solidFill>
                  <a:srgbClr val="333333"/>
                </a:solidFill>
                <a:latin typeface="Calibri"/>
              </a:rPr>
              <a:t>Always quote expansions like dollar-file so spaces do not split paths</a:t>
            </a:r>
          </a:p>
          <a:p>
            <a:pPr lvl="0" marL="457200" indent="-228600">
              <a:buFont typeface="Calibri"/>
              <a:spcAft>
                <a:spcPts val="1000"/>
              </a:spcAft>
              <a:buSzPct val="100000"/>
              <a:buChar char="•"/>
              <a:lnSpc>
                <a:spcPts val="2200"/>
              </a:lnSpc>
            </a:pPr>
            <a:r>
              <a:rPr sz="2000" b="0">
                <a:solidFill>
                  <a:srgbClr val="333333"/>
                </a:solidFill>
                <a:latin typeface="Calibri"/>
              </a:rPr>
              <a:t>For deletes and cleans</a:t>
            </a:r>
          </a:p>
          <a:p>
            <a:pPr lvl="0" marL="457200" indent="-228600">
              <a:buFont typeface="Calibri"/>
              <a:spcAft>
                <a:spcPts val="1000"/>
              </a:spcAft>
              <a:buSzPct val="100000"/>
              <a:buChar char="•"/>
              <a:lnSpc>
                <a:spcPts val="2200"/>
              </a:lnSpc>
            </a:pPr>
            <a:r>
              <a:rPr sz="2000" b="0">
                <a:solidFill>
                  <a:srgbClr val="333333"/>
                </a:solidFill>
                <a:latin typeface="Calibri"/>
              </a:rPr>
              <a:t>Check that directories exist before you walk them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safe scripting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2443053"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Safe scripting lab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safe scripting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pic>
        <p:nvPicPr>
          <p:cNvPr id="3" name="Picture 2" descr="real-shell.png"/>
          <p:cNvPicPr>
            <a:picLocks noChangeAspect="1"/>
          </p:cNvPicPr>
          <p:nvPr/>
        </p:nvPicPr>
        <p:blipFill>
          <a:blip r:embed="rId2"/>
          <a:stretch>
            <a:fillRect/>
          </a:stretch>
        </p:blipFill>
        <p:spPr>
          <a:xfrm>
            <a:off x="548640" y="1215148"/>
            <a:ext cx="11064240" cy="4427704"/>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dry-run clean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safe scripting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ls tmp/ — see the sample cache files before cleaning</a:t>
            </a:r>
          </a:p>
          <a:p>
            <a:pPr>
              <a:lnSpc>
                <a:spcPts val="2200"/>
              </a:lnSpc>
              <a:spcAft>
                <a:spcPts val="600"/>
              </a:spcAft>
            </a:pPr>
            <a:r>
              <a:rPr sz="2000" b="0">
                <a:solidFill>
                  <a:srgbClr val="333333"/>
                </a:solidFill>
                <a:latin typeface="Consolas"/>
              </a:rPr>
              <a:t>ls tmp/</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chmod u+x clean_tmp.sh — make the clean script executable</a:t>
            </a:r>
          </a:p>
          <a:p>
            <a:pPr>
              <a:lnSpc>
                <a:spcPts val="2200"/>
              </a:lnSpc>
              <a:spcAft>
                <a:spcPts val="600"/>
              </a:spcAft>
            </a:pPr>
            <a:r>
              <a:rPr sz="2000" b="0">
                <a:solidFill>
                  <a:srgbClr val="333333"/>
                </a:solidFill>
                <a:latin typeface="Consolas"/>
              </a:rPr>
              <a:t>chmod u+x clean_tmp.sh</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./clean_tmp.sh — dry run by default (prints Would delete, keeps files)</a:t>
            </a:r>
          </a:p>
          <a:p>
            <a:pPr>
              <a:lnSpc>
                <a:spcPts val="2200"/>
              </a:lnSpc>
              <a:spcAft>
                <a:spcPts val="600"/>
              </a:spcAft>
            </a:pPr>
            <a:r>
              <a:rPr sz="2000" b="0">
                <a:solidFill>
                  <a:srgbClr val="333333"/>
                </a:solidFill>
                <a:latin typeface="Consolas"/>
              </a:rPr>
              <a:t>./clean_tmp.sh</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tmp/ — confirm the files are still there</a:t>
            </a:r>
          </a:p>
          <a:p>
            <a:pPr>
              <a:lnSpc>
                <a:spcPts val="2200"/>
              </a:lnSpc>
              <a:spcAft>
                <a:spcPts val="600"/>
              </a:spcAft>
            </a:pPr>
            <a:r>
              <a:rPr sz="2000" b="0">
                <a:solidFill>
                  <a:srgbClr val="333333"/>
                </a:solidFill>
                <a:latin typeface="Consolas"/>
              </a:rPr>
              <a:t>ls tmp/</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./clean_tmp.sh --confirm — only when ready: actually delete *.tmp</a:t>
            </a:r>
          </a:p>
          <a:p>
            <a:pPr>
              <a:lnSpc>
                <a:spcPts val="2200"/>
              </a:lnSpc>
              <a:spcAft>
                <a:spcPts val="600"/>
              </a:spcAft>
            </a:pPr>
            <a:r>
              <a:rPr sz="2000" b="0">
                <a:solidFill>
                  <a:srgbClr val="333333"/>
                </a:solidFill>
                <a:latin typeface="Consolas"/>
              </a:rPr>
              <a:t># ./clean_tmp.sh --confirm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safe scripting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Unquoted variables break on spaces and can make rm touch the wrong paths</a:t>
            </a:r>
          </a:p>
          <a:p>
            <a:pPr lvl="0" marL="457200" indent="-228600">
              <a:buFont typeface="Calibri"/>
              <a:spcAft>
                <a:spcPts val="1000"/>
              </a:spcAft>
              <a:buSzPct val="100000"/>
              <a:buChar char="•"/>
              <a:lnSpc>
                <a:spcPts val="2200"/>
              </a:lnSpc>
            </a:pPr>
            <a:r>
              <a:rPr sz="2000" b="0">
                <a:solidFill>
                  <a:srgbClr val="333333"/>
                </a:solidFill>
                <a:latin typeface="Calibri"/>
              </a:rPr>
              <a:t>Skipping dry-run on a clean script is how accidents happen</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safe scripting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the real shell, run the dry-run clean and only use confirm when you intend to delete</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project layout, archives, sed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safe scripting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