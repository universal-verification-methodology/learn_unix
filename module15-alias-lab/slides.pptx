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Typing the same long command again and again is slow. An alias is a short name for a fixed command string. A shell function is a named block that can take arguments and run several steps. This module shows when to use each—and how they differ from a separate script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alias expands to text before the shell runs the line—great for `ll` meaning a long listing. Aliases are awkward with real arguments; prefer a function when you need `$1` or `"$@"`. Functions run in the current shell, so they can change directory or set variables for you. Scripts run in a subshell—better when you want a file to share and version. Session aliases and functions vanish when the shell exits unless you add them to your startup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load the starter example. You get an `ll` alias and a `greet` function—run `ll`, then `greet lab`, and notice how arguments work differently. Orient yourself with the terminal, the definitions table, and the alias-versus-function cards. Try a few challenges, then practice on a real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Unix track, open this module’s aliases example. Define `ll` as a long listing shortcut, run it, then list aliases and filter for `ll`. Define a tiny `greet` function that prints Hello and the first argument, call it with a name, and use `type` to see that it is a function. Finish by removing the alias with `unalias`. Persist only after you are comfortable—add lines to your shell startup file and reload. You will reuse short helpers every day in project directories.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put spaces around the equals in `alias name='cmd'`. Remember aliases do not take arguments the way functions do—use a function when you need `$1`. And remember: the browser lab teaches the idea; lasting shortcuts still live in your real shell startup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the real shell, define an alias and a small function, then try `type` and `unalias`. When you are ready, take the short quiz, then continue to script control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Alias &amp; functions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Typing the same long command again and again is slow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alias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Shortcut vs helper with args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 alias expands to text before the shell runs the line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Aliases are awkward with real arguments; prefer a function when you need `$1` or `"$@"`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Functions run in the current shell, so they can change directory or set variables for you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Scripts run in a subshell, better when you want a file to share and version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Session aliases and functions vanish when the shell exits unless you add them to your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alias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2663828" cy="457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Alias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alias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17712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shell — alias and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alias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alias ll='…' — define a session alias for a long listing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alias ll='ls -alF'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ll — run the alias (expands to ls -alF)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ll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alias | grep ll — list aliases and keep lines matching ll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alias | grep ll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greet() { … } — define a function that uses the first argument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greet() { echo Hello "$1"; }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greet Alice — call the function with one argument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greet Alice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type greet — show whether greet is an alias, function, or command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type greet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unalias ll — remove the ll alias from this session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unalias 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alias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put spaces around the equals in `alias name='cmd'`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Remember aliases do not take arguments the way functions do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alias 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the real shell, define an alias and a small function, then try `type` and `unalias`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script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alias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