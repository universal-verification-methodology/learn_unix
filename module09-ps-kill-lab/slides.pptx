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build or simulation hangs, you need to see what is running and how to stop it. Every running program is a process with an ID. You list processes, send signals to ask them to exit, and read exit status to know whether a command succeeded. This module makes those habits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process ID uniquely names a running program. When a command finishes, it leaves an exit status—zero usually means success; anything else means failure. Signals are how you interrupt or stop a process: interrupt is what Control-C sends in the foreground; terminate asks politely; kill nine is the last resort that cannot be caught. Background jobs need kill with a PID—Control-C alone will not stop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List the fake process table. Try Control-C on a catchable job, then use kill nine on the hung simulation that ignores interrupt. Orient yourself with the process list and the signal cards, try a few challenges,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this module’s processes example. Make the scripts executable if needed. Run the show-PID script and print the exit status—you should see success. Run the fail script and print the status again—you should see failure. List a few system processes with ps. Start a short sleep in the background, note its PID, then kill it so you practice stopping a background job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kill processes you do not own or understand—especially not with kill nine as a first move. Prefer terminate, then escalate only if needed. Remember that Control-C stops the foreground job, not an arbitrary background PID. And remember: the browser lab shows the idea; stuck simulators and builds still need real ps and kill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the real shell, practice exit status, listing processes, and killing a background sleep you started yourself. When you are ready, take the short quiz, then continue to job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Process list &amp; signals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a build or simulation hangs, you need to see what is running and how to stop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PID, exit status, and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process ID uniquely names a running program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a command finishes, it leaves an exit status, zero usually means success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Signals are how you interrupt or stop a process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Background jobs need kill with a PID, Control-C alone will not stop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Process list and signals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381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processes and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chmod u+x … — ensure the demo scripts are executable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chmod u+x show_pid.sh fail.sh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./show_pid.sh — run a script that prints its PID and exits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successfully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./show_pid.sh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echo $? — print the last exit status (0 = success)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$?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./fail.sh — run a script that exits with status 1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./fail.sh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echo $? — confirm a non-zero failure status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echo $?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ps aux | head -8 — list a few processes (USER, PID, COMMAND, …)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ps aux | head -8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sleep 60 &amp; — start a background job; kill it by PID (safe practice)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sleep 60 &amp;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kill $!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kill processes you do not own or understand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terminate, then escalate only if needed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Remember that Control-C stops the foreground job, not an arbitrary background PID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practice exit status, listing processes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job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ps kill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