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command leaves an exit status. Zero means success; anything else means failure. Scripts set that with exit. You read the last status with dollar-question-mark—check it right away before the next command overwrites it. Double ampersand runs the next command only on success; double pipe runs the next only on failure. This module makes those conventions feel automatic.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zero is the success convention Make, CI, and other scripts rely on. Non-zero signals an error—often one for a generic fail, two for bad usage. Dollar-question-mark is the last command’s code. True and false are tiny commands that exit zero or one so you can practice chaining. Prefer if for real branches; remember that mixing ampersand-ampersand with pipe-pipe on one line is not a clean if-else.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Run true and print the status, try false with double ampersand so the echo is skipped, then false with double pipe so a fallback runs. Orient yourself with the terminal, the chain trace, and the and-versus-or cards,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exit-codes example. Make the three scripts executable. Run the success script and print dollar-question-mark—you should see zero. Run the failure script and print the status—you should see one. Check a file that exists, then a missing path, and watch the status flip. Finish with true double-ampersand echo, and false double-pipe echo, to feel short-circuit chaining. You will reuse this whenever a build step must stop or fall 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dollar-question-mark immediately—any command, even echo, replaces it. Do not treat ampersand-ampersand pipe-pipe as a full if-else. And remember: the browser lab shows the idea; real scripts and Make still key off exit status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run success and failure scripts and practice double ampersand and double pipe. When you are ready, take the short quiz, then continue to safe scripting.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Exit status and conditional chaining</a:t>
            </a:r>
          </a:p>
          <a:p>
            <a:pPr algn="ctr">
              <a:lnSpc>
                <a:spcPts val="2200"/>
              </a:lnSpc>
              <a:spcBef>
                <a:spcPts val="1400"/>
              </a:spcBef>
            </a:pPr>
            <a:r>
              <a:rPr sz="2600" b="0">
                <a:solidFill>
                  <a:srgbClr val="333333"/>
                </a:solidFill>
                <a:latin typeface="Calibri"/>
              </a:rPr>
              <a:t>Every command leaves an exit status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Zero, non-zero, and short-circuit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Exit zero is the success convention Make, CI, and other scripts rely on</a:t>
            </a:r>
          </a:p>
          <a:p>
            <a:pPr lvl="0" marL="457200" indent="-228600">
              <a:buFont typeface="Calibri"/>
              <a:spcAft>
                <a:spcPts val="1000"/>
              </a:spcAft>
              <a:buSzPct val="100000"/>
              <a:buChar char="•"/>
              <a:lnSpc>
                <a:spcPts val="2200"/>
              </a:lnSpc>
            </a:pPr>
            <a:r>
              <a:rPr sz="2000" b="0">
                <a:solidFill>
                  <a:srgbClr val="333333"/>
                </a:solidFill>
                <a:latin typeface="Calibri"/>
              </a:rPr>
              <a:t>Non-zero signals an error, often one for a generic fail, two for bad usage</a:t>
            </a:r>
          </a:p>
          <a:p>
            <a:pPr lvl="0" marL="457200" indent="-228600">
              <a:buFont typeface="Calibri"/>
              <a:spcAft>
                <a:spcPts val="1000"/>
              </a:spcAft>
              <a:buSzPct val="100000"/>
              <a:buChar char="•"/>
              <a:lnSpc>
                <a:spcPts val="2200"/>
              </a:lnSpc>
            </a:pPr>
            <a:r>
              <a:rPr sz="2000" b="0">
                <a:solidFill>
                  <a:srgbClr val="333333"/>
                </a:solidFill>
                <a:latin typeface="Calibri"/>
              </a:rPr>
              <a:t>Dollar-question-mark is the last command’s code</a:t>
            </a:r>
          </a:p>
          <a:p>
            <a:pPr lvl="0" marL="457200" indent="-228600">
              <a:buFont typeface="Calibri"/>
              <a:spcAft>
                <a:spcPts val="1000"/>
              </a:spcAft>
              <a:buSzPct val="100000"/>
              <a:buChar char="•"/>
              <a:lnSpc>
                <a:spcPts val="2200"/>
              </a:lnSpc>
            </a:pPr>
            <a:r>
              <a:rPr sz="2000" b="0">
                <a:solidFill>
                  <a:srgbClr val="333333"/>
                </a:solidFill>
                <a:latin typeface="Calibri"/>
              </a:rPr>
              <a:t>True and false are tiny commands that exit zero or one so you can practice chaining</a:t>
            </a:r>
          </a:p>
          <a:p>
            <a:pPr lvl="0" marL="457200" indent="-228600">
              <a:buFont typeface="Calibri"/>
              <a:spcAft>
                <a:spcPts val="1000"/>
              </a:spcAft>
              <a:buSzPct val="100000"/>
              <a:buChar char="•"/>
              <a:lnSpc>
                <a:spcPts val="2200"/>
              </a:lnSpc>
            </a:pPr>
            <a:r>
              <a:rPr sz="2000" b="0">
                <a:solidFill>
                  <a:srgbClr val="333333"/>
                </a:solidFill>
                <a:latin typeface="Calibri"/>
              </a:rPr>
              <a:t>Prefer if for real branches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747124"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Exit status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675381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exit codes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chmod u+x … — make the demo scripts executable</a:t>
            </a:r>
          </a:p>
          <a:p>
            <a:pPr>
              <a:lnSpc>
                <a:spcPts val="2200"/>
              </a:lnSpc>
              <a:spcAft>
                <a:spcPts val="600"/>
              </a:spcAft>
            </a:pPr>
            <a:r>
              <a:rPr sz="2000" b="0">
                <a:solidFill>
                  <a:srgbClr val="333333"/>
                </a:solidFill>
                <a:latin typeface="Consolas"/>
              </a:rPr>
              <a:t>chmod u+x success.sh failure.sh check_file.sh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./success.sh — script exits 0 (success)</a:t>
            </a:r>
          </a:p>
          <a:p>
            <a:pPr>
              <a:lnSpc>
                <a:spcPts val="2200"/>
              </a:lnSpc>
              <a:spcAft>
                <a:spcPts val="600"/>
              </a:spcAft>
            </a:pPr>
            <a:r>
              <a:rPr sz="2000" b="0">
                <a:solidFill>
                  <a:srgbClr val="333333"/>
                </a:solidFill>
                <a:latin typeface="Consolas"/>
              </a:rPr>
              <a:t>./success.sh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 print exit status of the last command (expect 0)</a:t>
            </a:r>
          </a:p>
          <a:p>
            <a:pPr>
              <a:lnSpc>
                <a:spcPts val="2200"/>
              </a:lnSpc>
              <a:spcAft>
                <a:spcPts val="600"/>
              </a:spcAft>
            </a:pPr>
            <a:r>
              <a:rPr sz="2000" b="0">
                <a:solidFill>
                  <a:srgbClr val="333333"/>
                </a:solidFill>
                <a:latin typeface="Consolas"/>
              </a:rPr>
              <a:t>echo $?</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./failure.sh — script exits 1 (failure); status still printable after</a:t>
            </a:r>
          </a:p>
          <a:p>
            <a:pPr>
              <a:lnSpc>
                <a:spcPts val="2200"/>
              </a:lnSpc>
              <a:spcAft>
                <a:spcPts val="600"/>
              </a:spcAft>
            </a:pPr>
            <a:r>
              <a:rPr sz="2000" b="0">
                <a:solidFill>
                  <a:srgbClr val="333333"/>
                </a:solidFill>
                <a:latin typeface="Consolas"/>
              </a:rPr>
              <a:t>./failure.sh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echo $?</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./check_file.sh README.md — exit 0 if the file exists</a:t>
            </a:r>
          </a:p>
          <a:p>
            <a:pPr>
              <a:lnSpc>
                <a:spcPts val="2200"/>
              </a:lnSpc>
              <a:spcAft>
                <a:spcPts val="600"/>
              </a:spcAft>
            </a:pPr>
            <a:r>
              <a:rPr sz="2000" b="0">
                <a:solidFill>
                  <a:srgbClr val="333333"/>
                </a:solidFill>
                <a:latin typeface="Consolas"/>
              </a:rPr>
              <a:t>./check_file.sh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echo $?</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./check_file.sh missing.txt — exit 1 when the file is absent</a:t>
            </a:r>
          </a:p>
          <a:p>
            <a:pPr>
              <a:lnSpc>
                <a:spcPts val="2200"/>
              </a:lnSpc>
              <a:spcAft>
                <a:spcPts val="600"/>
              </a:spcAft>
            </a:pPr>
            <a:r>
              <a:rPr sz="2000" b="0">
                <a:solidFill>
                  <a:srgbClr val="333333"/>
                </a:solidFill>
                <a:latin typeface="Consolas"/>
              </a:rPr>
              <a:t>./check_file.sh missing.txt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Check dollar-question-mark immediately, any command, even echo, replaces it</a:t>
            </a:r>
          </a:p>
          <a:p>
            <a:pPr lvl="0" marL="457200" indent="-228600">
              <a:buFont typeface="Calibri"/>
              <a:spcAft>
                <a:spcPts val="1000"/>
              </a:spcAft>
              <a:buSzPct val="100000"/>
              <a:buChar char="•"/>
              <a:lnSpc>
                <a:spcPts val="2200"/>
              </a:lnSpc>
            </a:pPr>
            <a:r>
              <a:rPr sz="2000" b="0">
                <a:solidFill>
                  <a:srgbClr val="333333"/>
                </a:solidFill>
                <a:latin typeface="Calibri"/>
              </a:rPr>
              <a:t>Do not treat ampersand-ampersand pipe-pipe as a full if-else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safe scripting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exit status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