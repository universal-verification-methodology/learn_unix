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one-liner is fine until you need decisions and repetition. Scripts add a shebang, arguments, if tests, for loops, and case branches so you can automate greets, file sweeps, and tool dispatch. This module is the control-flow core of shell scripting—before you lean on exit status tricks in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if test with brackets checks a condition—file exists, string empty, and so on—then runs a then or else branch. A for loop walks a list, often a glob of files, and runs the body once per item. A case statement matches one value against patterns and is cleaner than a long if-elif chain for menus or file types. Quote variables, end case arms with double semicolon, and prefer a readable script file over a fragile pasted blob.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example—safe-args with a name argument printing a hello line. Edit the script pane, set args or stdin when needed, and run. Try an if on a missing argument, a for loop, and a case on a mode string. Orient yourself with the editor, the run controls, and the challenge list, then practice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Unix track, open this module’s control-flow example. Make the line-count script executable, then run it so the for loop walks each log file and the if check skips non-files. Compare with word-count on the log glob. Also explore script basics, arguments with a default name, and the case-statement greet when you want more practice. You will reuse for-over-files whenever a sim or log folder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Spaces matter inside test brackets—write `[ -f "$file" ]`, not jammed tokens. Always quote `"$file"` and `"$1"` so names with spaces survive. And remember: the browser lab shows the idea; real automation still lives in scripts you chmod and run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the real shell, run the control-flow script and try arguments or case greet next. When you are ready, take the short quiz, then continue to exit status and conditional chaining.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Script control flow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one-liner is fine until you need decisions and repetition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scripting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If, for, and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 if test with brackets checks a condition, file exists, string empty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for loop walks a list, often a glob of files, and runs the body once per item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case statement matches one value against patterns and is cleaner than a long if-elif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Quote variables, end case arms with double semicolon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scripting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31893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Scripting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scripting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0569"/>
            <a:ext cx="11064240" cy="4216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control flow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scripting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chmod u+x count_lines.sh — make the control-flow script executable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chmod u+x count_lines.sh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./count_lines.sh — for each *.log: if it is a file, print line count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./count_lines.sh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wc -l *.log — compare: word-count lines on the same logs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wc -l *.log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scripting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Spaces matter inside test brackets, write `[ -f "$file" ]`, not jammed tokens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Always quote `"$file"` and `"$1"` so names with spaces survive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scripting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real shell, run the control-flow script and try arguments or case greet next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scripting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