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have walked the Unix path for design work—from opening a tree and reading man pages, through pipes and scripts, to Make, dry-run, log triage, and env files. This short wrap names what you can do now and points you to the next course: learn 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can navigate and inspect a project from a shell. You can use pipes, jobs, and basic scripts with a dry-run-first habit. You can keep a small design-style layout tidy—source and testbench folders, archives, clean builds—and triage a failed Make or sim log before rewriting RTL. That foundation is what every later chip course assumes.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mainly used browser labs, spend a short session on the real shell for early navigation, pipes, and the scripting modules so paths and scripts feel natural. If you mainly used a real terminal, skim any skipped browser labs for the visual challenges. Either track works for self-study; both together stick best before 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tools index again—the same shelf of concept labs you opened along the way. You do not need to re-clear every challenge. Use it as a map: if a skill still feels shaky, jump back to that lab, then return here when you are ready for version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 sits on the same real shell muscle you just built—status, diffs, commits, and remotes all assume you can move in a tree and read text output. Start learn Git from the syllabus when your checklist for this wrap feels honest. Keep a practice tree under your home directory; you will reuse it when cloning and branching.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the wrap checklist. Confirm you can explain absolute versus relative paths and why globs expand before the command runs. Keep a practice tree you can reuse. When you are ready, take the short quiz, then continue to learn 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Unix path complete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You have walked the Unix path for design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wrap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you can do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You can navigate and inspect a project from a shell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You can use pipes, jobs, and basic scripts with a dry-run-first habit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Triage a failed Make or sim log before rewriting RTL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That foundation is what every later chip course assumes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wrap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Close the track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 scripting modules so paths and scripts feel natural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If you mainly used a real terminal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Either track works for self-study; both together stick best before 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wrap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tools you practiced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tools index again, the same shelf of concept labs you opened along the way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You do not need to re-clear every challenge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Use it as a map</a:t>
            </a:r>
          </a:p>
        </p:txBody>
      </p:sp>
      <p:pic>
        <p:nvPicPr>
          <p:cNvPr id="4" name="Picture 3" descr="tools-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4446"/>
            <a:ext cx="197381" cy="47548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wrap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Next: learn 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Git sits on the same real shell muscle you just built, status, diffs, commits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Start learn Git from the syllabus when your checklist for this wrap feels honest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Keep a practice tree under your home 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wrap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Review the wrap checklist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Confirm you can explain absolute versus relative paths and why globs expand before the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Keep a practice tree you can reuse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learn 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wrap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